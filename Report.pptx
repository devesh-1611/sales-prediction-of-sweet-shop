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</p:embeddedFont>
    <p:embeddedFont>
      <p:font typeface="Roboto Slab" pitchFamily="2" charset="0"/>
      <p:regular r:id="rId15"/>
    </p:embeddedFont>
    <p:embeddedFont>
      <p:font typeface="Roboto Slab Light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__ Devesh" userId="46bf15fd553dfaa7" providerId="LiveId" clId="{DE276E5C-EC31-4479-9052-CC68C7CCE5D3}"/>
    <pc:docChg chg="custSel modMainMaster">
      <pc:chgData name="Sharma__ Devesh" userId="46bf15fd553dfaa7" providerId="LiveId" clId="{DE276E5C-EC31-4479-9052-CC68C7CCE5D3}" dt="2025-12-03T05:02:24.699" v="9" actId="478"/>
      <pc:docMkLst>
        <pc:docMk/>
      </pc:docMkLst>
      <pc:sldMasterChg chg="modSldLayout">
        <pc:chgData name="Sharma__ Devesh" userId="46bf15fd553dfaa7" providerId="LiveId" clId="{DE276E5C-EC31-4479-9052-CC68C7CCE5D3}" dt="2025-12-03T05:02:24.699" v="9" actId="478"/>
        <pc:sldMasterMkLst>
          <pc:docMk/>
          <pc:sldMasterMk cId="0" sldId="2147483648"/>
        </pc:sldMasterMkLst>
        <pc:sldLayoutChg chg="delSp mod">
          <pc:chgData name="Sharma__ Devesh" userId="46bf15fd553dfaa7" providerId="LiveId" clId="{DE276E5C-EC31-4479-9052-CC68C7CCE5D3}" dt="2025-12-03T05:02:08.307" v="0" actId="478"/>
          <pc:sldLayoutMkLst>
            <pc:docMk/>
            <pc:sldMasterMk cId="0" sldId="2147483648"/>
            <pc:sldLayoutMk cId="0" sldId="2147483650"/>
          </pc:sldLayoutMkLst>
          <pc:picChg chg="del">
            <ac:chgData name="Sharma__ Devesh" userId="46bf15fd553dfaa7" providerId="LiveId" clId="{DE276E5C-EC31-4479-9052-CC68C7CCE5D3}" dt="2025-12-03T05:02:08.307" v="0" actId="478"/>
            <ac:picMkLst>
              <pc:docMk/>
              <pc:sldMasterMk cId="0" sldId="2147483648"/>
              <pc:sldLayoutMk cId="0" sldId="2147483650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11.034" v="1" actId="478"/>
          <pc:sldLayoutMkLst>
            <pc:docMk/>
            <pc:sldMasterMk cId="0" sldId="2147483648"/>
            <pc:sldLayoutMk cId="0" sldId="2147483651"/>
          </pc:sldLayoutMkLst>
          <pc:picChg chg="del">
            <ac:chgData name="Sharma__ Devesh" userId="46bf15fd553dfaa7" providerId="LiveId" clId="{DE276E5C-EC31-4479-9052-CC68C7CCE5D3}" dt="2025-12-03T05:02:11.034" v="1" actId="478"/>
            <ac:picMkLst>
              <pc:docMk/>
              <pc:sldMasterMk cId="0" sldId="2147483648"/>
              <pc:sldLayoutMk cId="0" sldId="2147483651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12.606" v="2" actId="478"/>
          <pc:sldLayoutMkLst>
            <pc:docMk/>
            <pc:sldMasterMk cId="0" sldId="2147483648"/>
            <pc:sldLayoutMk cId="0" sldId="2147483652"/>
          </pc:sldLayoutMkLst>
          <pc:picChg chg="del">
            <ac:chgData name="Sharma__ Devesh" userId="46bf15fd553dfaa7" providerId="LiveId" clId="{DE276E5C-EC31-4479-9052-CC68C7CCE5D3}" dt="2025-12-03T05:02:12.606" v="2" actId="478"/>
            <ac:picMkLst>
              <pc:docMk/>
              <pc:sldMasterMk cId="0" sldId="2147483648"/>
              <pc:sldLayoutMk cId="0" sldId="2147483652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14.261" v="3" actId="478"/>
          <pc:sldLayoutMkLst>
            <pc:docMk/>
            <pc:sldMasterMk cId="0" sldId="2147483648"/>
            <pc:sldLayoutMk cId="0" sldId="2147483653"/>
          </pc:sldLayoutMkLst>
          <pc:picChg chg="del">
            <ac:chgData name="Sharma__ Devesh" userId="46bf15fd553dfaa7" providerId="LiveId" clId="{DE276E5C-EC31-4479-9052-CC68C7CCE5D3}" dt="2025-12-03T05:02:14.261" v="3" actId="478"/>
            <ac:picMkLst>
              <pc:docMk/>
              <pc:sldMasterMk cId="0" sldId="2147483648"/>
              <pc:sldLayoutMk cId="0" sldId="2147483653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15.888" v="4" actId="478"/>
          <pc:sldLayoutMkLst>
            <pc:docMk/>
            <pc:sldMasterMk cId="0" sldId="2147483648"/>
            <pc:sldLayoutMk cId="0" sldId="2147483654"/>
          </pc:sldLayoutMkLst>
          <pc:picChg chg="del">
            <ac:chgData name="Sharma__ Devesh" userId="46bf15fd553dfaa7" providerId="LiveId" clId="{DE276E5C-EC31-4479-9052-CC68C7CCE5D3}" dt="2025-12-03T05:02:15.888" v="4" actId="478"/>
            <ac:picMkLst>
              <pc:docMk/>
              <pc:sldMasterMk cId="0" sldId="2147483648"/>
              <pc:sldLayoutMk cId="0" sldId="2147483654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17.454" v="5" actId="478"/>
          <pc:sldLayoutMkLst>
            <pc:docMk/>
            <pc:sldMasterMk cId="0" sldId="2147483648"/>
            <pc:sldLayoutMk cId="0" sldId="2147483655"/>
          </pc:sldLayoutMkLst>
          <pc:picChg chg="del">
            <ac:chgData name="Sharma__ Devesh" userId="46bf15fd553dfaa7" providerId="LiveId" clId="{DE276E5C-EC31-4479-9052-CC68C7CCE5D3}" dt="2025-12-03T05:02:17.454" v="5" actId="478"/>
            <ac:picMkLst>
              <pc:docMk/>
              <pc:sldMasterMk cId="0" sldId="2147483648"/>
              <pc:sldLayoutMk cId="0" sldId="2147483655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19.048" v="6" actId="478"/>
          <pc:sldLayoutMkLst>
            <pc:docMk/>
            <pc:sldMasterMk cId="0" sldId="2147483648"/>
            <pc:sldLayoutMk cId="0" sldId="2147483656"/>
          </pc:sldLayoutMkLst>
          <pc:picChg chg="del">
            <ac:chgData name="Sharma__ Devesh" userId="46bf15fd553dfaa7" providerId="LiveId" clId="{DE276E5C-EC31-4479-9052-CC68C7CCE5D3}" dt="2025-12-03T05:02:19.048" v="6" actId="478"/>
            <ac:picMkLst>
              <pc:docMk/>
              <pc:sldMasterMk cId="0" sldId="2147483648"/>
              <pc:sldLayoutMk cId="0" sldId="2147483656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20.644" v="7" actId="478"/>
          <pc:sldLayoutMkLst>
            <pc:docMk/>
            <pc:sldMasterMk cId="0" sldId="2147483648"/>
            <pc:sldLayoutMk cId="0" sldId="2147483657"/>
          </pc:sldLayoutMkLst>
          <pc:picChg chg="del">
            <ac:chgData name="Sharma__ Devesh" userId="46bf15fd553dfaa7" providerId="LiveId" clId="{DE276E5C-EC31-4479-9052-CC68C7CCE5D3}" dt="2025-12-03T05:02:20.644" v="7" actId="478"/>
            <ac:picMkLst>
              <pc:docMk/>
              <pc:sldMasterMk cId="0" sldId="2147483648"/>
              <pc:sldLayoutMk cId="0" sldId="2147483657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22.131" v="8" actId="478"/>
          <pc:sldLayoutMkLst>
            <pc:docMk/>
            <pc:sldMasterMk cId="0" sldId="2147483648"/>
            <pc:sldLayoutMk cId="0" sldId="2147483658"/>
          </pc:sldLayoutMkLst>
          <pc:picChg chg="del">
            <ac:chgData name="Sharma__ Devesh" userId="46bf15fd553dfaa7" providerId="LiveId" clId="{DE276E5C-EC31-4479-9052-CC68C7CCE5D3}" dt="2025-12-03T05:02:22.131" v="8" actId="478"/>
            <ac:picMkLst>
              <pc:docMk/>
              <pc:sldMasterMk cId="0" sldId="2147483648"/>
              <pc:sldLayoutMk cId="0" sldId="2147483658"/>
              <ac:picMk id="4" creationId="{00000000-0000-0000-0000-000000000000}"/>
            </ac:picMkLst>
          </pc:picChg>
        </pc:sldLayoutChg>
        <pc:sldLayoutChg chg="delSp mod">
          <pc:chgData name="Sharma__ Devesh" userId="46bf15fd553dfaa7" providerId="LiveId" clId="{DE276E5C-EC31-4479-9052-CC68C7CCE5D3}" dt="2025-12-03T05:02:24.699" v="9" actId="478"/>
          <pc:sldLayoutMkLst>
            <pc:docMk/>
            <pc:sldMasterMk cId="0" sldId="2147483648"/>
            <pc:sldLayoutMk cId="0" sldId="2147483659"/>
          </pc:sldLayoutMkLst>
          <pc:picChg chg="del">
            <ac:chgData name="Sharma__ Devesh" userId="46bf15fd553dfaa7" providerId="LiveId" clId="{DE276E5C-EC31-4479-9052-CC68C7CCE5D3}" dt="2025-12-03T05:02:24.699" v="9" actId="478"/>
            <ac:picMkLst>
              <pc:docMk/>
              <pc:sldMasterMk cId="0" sldId="2147483648"/>
              <pc:sldLayoutMk cId="0" sldId="2147483659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53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99163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Sweet Shop Sales Forecasting Project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primary goal was to predict daily sales for different sweet shop products over the next 365 days.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3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87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analysis utilised sales data from 2020 to November 2025.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96772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70439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84810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Used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940379" y="3848100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SweetShop_2020_to_2025_Nov_Data.xlsx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35471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449841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Period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4498419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2020 to November 2025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500503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514873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Columns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940379" y="5148739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Date, Product, Sales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565535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79905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Derived Features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940379" y="5799058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Day, Month, Year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10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999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55006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029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51973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missing values, corrected data types, and handled outliers.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34999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855006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4029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4519732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date to datetime, extracted day, month, year, and grouped sales by product and date.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349996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877747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4029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Encoding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451973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Label-encoded categorical variables like 'Product' for model training.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5378"/>
            <a:ext cx="86303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Exploratory Data Analysis (EDA)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911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Univariate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7227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Visualised sales trends using line plots and histograms to understand individual variable distributions.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24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Bivariate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50603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Compared product-wise and month-wise sales trends to identify relationships.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3683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910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Insights: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3091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seasonal peaks for some products during festivals.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7513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 year-on-year sales increase, with minor dips.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271" y="503873"/>
            <a:ext cx="9037320" cy="57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Building: Random Forest Regressor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1271" y="1443038"/>
            <a:ext cx="6582251" cy="1815941"/>
          </a:xfrm>
          <a:prstGeom prst="roundRect">
            <a:avLst>
              <a:gd name="adj" fmla="val 6042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11" y="1443038"/>
            <a:ext cx="91440" cy="18159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5948" y="1649135"/>
            <a:ext cx="2301478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Random Forest?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5948" y="2045375"/>
            <a:ext cx="61014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with non-linear data.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5948" y="2402562"/>
            <a:ext cx="61014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missing patterns and outliers.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5948" y="2759750"/>
            <a:ext cx="61014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accuracy with minimal parameter tuning.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06759" y="1443038"/>
            <a:ext cx="6582370" cy="1815941"/>
          </a:xfrm>
          <a:prstGeom prst="roundRect">
            <a:avLst>
              <a:gd name="adj" fmla="val 6042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899" y="1443038"/>
            <a:ext cx="91440" cy="1815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1436" y="1649135"/>
            <a:ext cx="2290524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Features Used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681436" y="2045375"/>
            <a:ext cx="610159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Independent: Day, Month, Year, Product (encoded).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81436" y="2402562"/>
            <a:ext cx="610159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Dependent: Sales.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1271" y="3533775"/>
            <a:ext cx="2748677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Workflow</a:t>
            </a:r>
            <a:endParaRPr lang="en-US" sz="2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71" y="4152186"/>
            <a:ext cx="6673929" cy="7329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508" y="5068372"/>
            <a:ext cx="2290524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Split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24508" y="5464612"/>
            <a:ext cx="6307455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training, 20% testing.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152186"/>
            <a:ext cx="6673929" cy="7329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437" y="5068372"/>
            <a:ext cx="2290524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Training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7498437" y="5464612"/>
            <a:ext cx="6307455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trained on historical data.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71" y="5940981"/>
            <a:ext cx="6673929" cy="7329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508" y="6857167"/>
            <a:ext cx="2290524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824508" y="7253407"/>
            <a:ext cx="6307455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Evaluated on unseen data.</a:t>
            </a:r>
            <a:endParaRPr lang="en-US" sz="14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5940981"/>
            <a:ext cx="6673929" cy="73294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98437" y="6857167"/>
            <a:ext cx="2290524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Forecasting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7498437" y="7253407"/>
            <a:ext cx="6307455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Predicted 365 days of sales.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75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199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Random Forest model demonstrated strong predictive capabilities.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38005"/>
            <a:ext cx="13042821" cy="1315879"/>
          </a:xfrm>
          <a:prstGeom prst="roundRect">
            <a:avLst>
              <a:gd name="adj" fmla="val 25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4045625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9653" y="418933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 Score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077" y="418933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Goodness of fit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16691" y="418933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695944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9653" y="48396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5077" y="483965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error in sales units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6691" y="48396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2250.06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6090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R² score of 0.80 indicates the model explains 80% of sales variation with minimal error.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797481"/>
            <a:ext cx="5618559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Forecasting Results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6527" y="1949172"/>
            <a:ext cx="13057346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generated product-wise sales forecasts for the next 365 days.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6527" y="2786182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 Columns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527" y="3362087"/>
            <a:ext cx="625459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6527" y="3800237"/>
            <a:ext cx="625459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6527" y="4238387"/>
            <a:ext cx="625459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Forecast_Sales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6527" y="4822627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6527" y="5398532"/>
            <a:ext cx="625459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Gulab Jamun, Rasgulla, and Ladoo projected as top sellers.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86527" y="5836682"/>
            <a:ext cx="6254591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Seasonal demand spikes expected during festive months (Oct-Nov).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86527" y="6634401"/>
            <a:ext cx="6254591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Aids in raw material purchasing and production scheduling.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6902" y="2763679"/>
            <a:ext cx="625459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952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42692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 Regressor / XGBoost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339637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952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Accuracy Achieved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44269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339637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0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Forecast Duration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95261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365 days (per product)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655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223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Outcome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71380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 prediction of sales trends for data-driven decisions.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655945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23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559135"/>
            <a:ext cx="32208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Monthly Model Updates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04955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 update the model with new data to maintain accuracy and relevance.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1530906" y="4943951"/>
            <a:ext cx="38207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Incorporate External Factors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0906" y="543437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variables like weather, holidays, and promotions for enhanced forecast precision.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Slab Light</vt:lpstr>
      <vt:lpstr>Arial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Sharma__ Devesh</cp:lastModifiedBy>
  <cp:revision>1</cp:revision>
  <dcterms:created xsi:type="dcterms:W3CDTF">2025-12-03T05:01:25Z</dcterms:created>
  <dcterms:modified xsi:type="dcterms:W3CDTF">2025-12-03T05:02:44Z</dcterms:modified>
</cp:coreProperties>
</file>